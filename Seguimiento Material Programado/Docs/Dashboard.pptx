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44" r:id="rId2"/>
    <p:sldId id="415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43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05/07/2021 – 09/07/2021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7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56207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Dashboard.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1A6E0C6-DADC-4B10-8F5F-048CE74BBF1F}"/>
              </a:ext>
            </a:extLst>
          </p:cNvPr>
          <p:cNvSpPr/>
          <p:nvPr/>
        </p:nvSpPr>
        <p:spPr>
          <a:xfrm>
            <a:off x="1115616" y="982469"/>
            <a:ext cx="7956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agrego Pantalla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Dashboard 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que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contiene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2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graficas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filtradas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por color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1.-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La primera grafica muestra los pies cuadrados en cada una de las locaciones. 2.- La segunda grafica muestra como están distribuidos los pies cuadrados asignados a producción y ha cuantas cajas equivale los pies cuadrados en cada uno de los procesos.</a:t>
            </a:r>
            <a:endParaRPr lang="es-ES" sz="120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581920D-1198-4407-8BEC-C7F145721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1628800"/>
            <a:ext cx="8056592" cy="52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4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11387</TotalTime>
  <Words>64</Words>
  <Application>Microsoft Office PowerPoint</Application>
  <PresentationFormat>Presentación en pantalla 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263</cp:revision>
  <dcterms:created xsi:type="dcterms:W3CDTF">2019-09-04T16:36:39Z</dcterms:created>
  <dcterms:modified xsi:type="dcterms:W3CDTF">2021-08-16T13:57:24Z</dcterms:modified>
</cp:coreProperties>
</file>