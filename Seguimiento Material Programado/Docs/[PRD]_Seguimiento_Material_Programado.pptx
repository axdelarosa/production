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sldIdLst>
    <p:sldId id="344" r:id="rId2"/>
    <p:sldId id="409" r:id="rId3"/>
    <p:sldId id="410"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F1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343" autoAdjust="0"/>
  </p:normalViewPr>
  <p:slideViewPr>
    <p:cSldViewPr>
      <p:cViewPr>
        <p:scale>
          <a:sx n="100" d="100"/>
          <a:sy n="100" d="100"/>
        </p:scale>
        <p:origin x="226" y="-557"/>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7B1792-3256-4E77-8442-3E205CD69EF5}" type="datetimeFigureOut">
              <a:rPr lang="en-US" smtClean="0"/>
              <a:t>6/7/2021</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A94EBC-6D71-45FE-903C-8A150E9C6E36}" type="slidenum">
              <a:rPr lang="en-US" smtClean="0"/>
              <a:t>‹Nº›</a:t>
            </a:fld>
            <a:endParaRPr lang="en-US"/>
          </a:p>
        </p:txBody>
      </p:sp>
    </p:spTree>
    <p:extLst>
      <p:ext uri="{BB962C8B-B14F-4D97-AF65-F5344CB8AC3E}">
        <p14:creationId xmlns:p14="http://schemas.microsoft.com/office/powerpoint/2010/main" val="395803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7558649-2619-44F9-8F30-2D6466E57529}" type="datetimeFigureOut">
              <a:rPr lang="en-US" smtClean="0"/>
              <a:t>6/7/2021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19607111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558649-2619-44F9-8F30-2D6466E57529}" type="datetimeFigureOut">
              <a:rPr lang="en-US" smtClean="0"/>
              <a:t>6/7/2021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1292607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7558649-2619-44F9-8F30-2D6466E57529}" type="datetimeFigureOut">
              <a:rPr lang="en-US" smtClean="0"/>
              <a:t>6/7/2021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987656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7558649-2619-44F9-8F30-2D6466E57529}" type="datetimeFigureOut">
              <a:rPr lang="en-US" smtClean="0"/>
              <a:t>6/7/2021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255953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7558649-2619-44F9-8F30-2D6466E57529}" type="datetimeFigureOut">
              <a:rPr lang="en-US" smtClean="0"/>
              <a:t>6/7/2021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1002292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558649-2619-44F9-8F30-2D6466E57529}" type="datetimeFigureOut">
              <a:rPr lang="en-US" smtClean="0"/>
              <a:t>6/7/2021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6152659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558649-2619-44F9-8F30-2D6466E57529}" type="datetimeFigureOut">
              <a:rPr lang="en-US" smtClean="0"/>
              <a:t>6/7/2021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26084978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7558649-2619-44F9-8F30-2D6466E57529}" type="datetimeFigureOut">
              <a:rPr lang="en-US" smtClean="0"/>
              <a:t>6/7/2021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2884216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7558649-2619-44F9-8F30-2D6466E57529}" type="datetimeFigureOut">
              <a:rPr lang="en-US" smtClean="0"/>
              <a:t>6/7/2021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1897867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558649-2619-44F9-8F30-2D6466E57529}" type="datetimeFigureOut">
              <a:rPr lang="en-US" smtClean="0"/>
              <a:t>6/7/2021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2810161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558649-2619-44F9-8F30-2D6466E57529}" type="datetimeFigureOut">
              <a:rPr lang="en-US" smtClean="0"/>
              <a:t>6/7/2021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1450852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l="-13000" r="-13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7558649-2619-44F9-8F30-2D6466E57529}" type="datetimeFigureOut">
              <a:rPr lang="en-US" smtClean="0"/>
              <a:t>6/7/2021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22C82F-0308-4DBA-BE8F-4BAE5E1F79A6}" type="slidenum">
              <a:rPr lang="en-US" smtClean="0"/>
              <a:t>‹Nº›</a:t>
            </a:fld>
            <a:endParaRPr lang="en-US"/>
          </a:p>
        </p:txBody>
      </p:sp>
    </p:spTree>
    <p:extLst>
      <p:ext uri="{BB962C8B-B14F-4D97-AF65-F5344CB8AC3E}">
        <p14:creationId xmlns:p14="http://schemas.microsoft.com/office/powerpoint/2010/main" val="33805061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1187624" y="2564904"/>
            <a:ext cx="7772400" cy="14700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MX" b="1" dirty="0">
                <a:latin typeface="Century Gothic" panose="020B0502020202020204" pitchFamily="34" charset="0"/>
              </a:rPr>
              <a:t>31/05/2021 – 04/06/2021</a:t>
            </a:r>
            <a:endParaRPr lang="es-MX" dirty="0">
              <a:latin typeface="Century Gothic" panose="020B0502020202020204" pitchFamily="34" charset="0"/>
            </a:endParaRPr>
          </a:p>
        </p:txBody>
      </p:sp>
    </p:spTree>
    <p:extLst>
      <p:ext uri="{BB962C8B-B14F-4D97-AF65-F5344CB8AC3E}">
        <p14:creationId xmlns:p14="http://schemas.microsoft.com/office/powerpoint/2010/main" val="1449075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Seguimiento de Material Programado.</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pic>
        <p:nvPicPr>
          <p:cNvPr id="3" name="Imagen 2" descr="Interfaz de usuario gráfica, Aplicación, Tabla&#10;&#10;Descripción generada automáticamente">
            <a:extLst>
              <a:ext uri="{FF2B5EF4-FFF2-40B4-BE49-F238E27FC236}">
                <a16:creationId xmlns:a16="http://schemas.microsoft.com/office/drawing/2014/main" id="{9C682830-097A-4464-9728-304CA44F1E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7624" y="1926130"/>
            <a:ext cx="7848872" cy="4815238"/>
          </a:xfrm>
          <a:prstGeom prst="rect">
            <a:avLst/>
          </a:prstGeom>
        </p:spPr>
      </p:pic>
      <p:sp>
        <p:nvSpPr>
          <p:cNvPr id="9" name="Rectangle 9">
            <a:extLst>
              <a:ext uri="{FF2B5EF4-FFF2-40B4-BE49-F238E27FC236}">
                <a16:creationId xmlns:a16="http://schemas.microsoft.com/office/drawing/2014/main" id="{F1A6E0C6-DADC-4B10-8F5F-048CE74BBF1F}"/>
              </a:ext>
            </a:extLst>
          </p:cNvPr>
          <p:cNvSpPr/>
          <p:nvPr/>
        </p:nvSpPr>
        <p:spPr>
          <a:xfrm>
            <a:off x="1331640" y="1095133"/>
            <a:ext cx="7632848" cy="830997"/>
          </a:xfrm>
          <a:prstGeom prst="rect">
            <a:avLst/>
          </a:prstGeom>
        </p:spPr>
        <p:txBody>
          <a:bodyPr wrap="square">
            <a:spAutoFit/>
          </a:bodyPr>
          <a:lstStyle/>
          <a:p>
            <a:pPr>
              <a:buFont typeface="Arial" panose="020B0604020202020204" pitchFamily="34" charset="0"/>
              <a:buChar char="•"/>
            </a:pPr>
            <a:r>
              <a:rPr lang="es-ES" sz="1200" b="0" i="0" dirty="0">
                <a:solidFill>
                  <a:srgbClr val="222222"/>
                </a:solidFill>
                <a:effectLst/>
                <a:latin typeface="Segoe UI" panose="020B0502040204020203" pitchFamily="34" charset="0"/>
              </a:rPr>
              <a:t> Se </a:t>
            </a:r>
            <a:r>
              <a:rPr lang="es-ES" sz="1200" dirty="0">
                <a:solidFill>
                  <a:srgbClr val="222222"/>
                </a:solidFill>
                <a:latin typeface="Segoe UI" panose="020B0502040204020203" pitchFamily="34" charset="0"/>
              </a:rPr>
              <a:t>agrego a Pantalla que mostrara el material programado de ordenes que se encuentran abiertas, aquí podremos ver información general de la orden como cliente, mesa, fecha de creación así como también podremos saber donde se encuentra actualmente dicho material y cual seria el siguiente proceso que se le realizara.</a:t>
            </a:r>
            <a:endParaRPr lang="es-ES" sz="1200" b="0" i="0" dirty="0">
              <a:solidFill>
                <a:srgbClr val="222222"/>
              </a:solidFill>
              <a:effectLst/>
              <a:latin typeface="Segoe UI" panose="020B0502040204020203" pitchFamily="34" charset="0"/>
            </a:endParaRPr>
          </a:p>
        </p:txBody>
      </p:sp>
      <p:sp>
        <p:nvSpPr>
          <p:cNvPr id="5" name="Rectángulo 4">
            <a:extLst>
              <a:ext uri="{FF2B5EF4-FFF2-40B4-BE49-F238E27FC236}">
                <a16:creationId xmlns:a16="http://schemas.microsoft.com/office/drawing/2014/main" id="{9BEB8B2C-2C6F-46B0-A97A-B9044205533D}"/>
              </a:ext>
            </a:extLst>
          </p:cNvPr>
          <p:cNvSpPr/>
          <p:nvPr/>
        </p:nvSpPr>
        <p:spPr>
          <a:xfrm>
            <a:off x="7164288" y="3068960"/>
            <a:ext cx="1728192" cy="309634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5454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Seguimiento de Material Programado.</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9" name="Rectangle 9">
            <a:extLst>
              <a:ext uri="{FF2B5EF4-FFF2-40B4-BE49-F238E27FC236}">
                <a16:creationId xmlns:a16="http://schemas.microsoft.com/office/drawing/2014/main" id="{F1A6E0C6-DADC-4B10-8F5F-048CE74BBF1F}"/>
              </a:ext>
            </a:extLst>
          </p:cNvPr>
          <p:cNvSpPr/>
          <p:nvPr/>
        </p:nvSpPr>
        <p:spPr>
          <a:xfrm>
            <a:off x="1331640" y="1095133"/>
            <a:ext cx="7632848" cy="1015663"/>
          </a:xfrm>
          <a:prstGeom prst="rect">
            <a:avLst/>
          </a:prstGeom>
        </p:spPr>
        <p:txBody>
          <a:bodyPr wrap="square">
            <a:spAutoFit/>
          </a:bodyPr>
          <a:lstStyle/>
          <a:p>
            <a:pPr>
              <a:buFont typeface="Arial" panose="020B0604020202020204" pitchFamily="34" charset="0"/>
              <a:buChar char="•"/>
            </a:pPr>
            <a:r>
              <a:rPr lang="es-ES" sz="1200" b="0" i="0" dirty="0">
                <a:solidFill>
                  <a:srgbClr val="222222"/>
                </a:solidFill>
                <a:effectLst/>
                <a:latin typeface="Segoe UI" panose="020B0502040204020203" pitchFamily="34" charset="0"/>
              </a:rPr>
              <a:t> Para saber el flujo/procesos que se le realizaran a un Material damos doble Click sobre un registro en la pantalla anterior y se abrirá la siguiente Ficha que muestra el Flujo completo de los procesos/eventos que se le realizaran al Material, el color verde significa que el proceso se ha completado, el azul es el proceso/evento donde se encuentra actualmente el material y el color naranja son los procesos pendientes por donde va ha pasar el material</a:t>
            </a:r>
            <a:r>
              <a:rPr lang="es-ES" sz="1200" dirty="0">
                <a:solidFill>
                  <a:srgbClr val="222222"/>
                </a:solidFill>
                <a:latin typeface="Segoe UI" panose="020B0502040204020203" pitchFamily="34" charset="0"/>
              </a:rPr>
              <a:t>.</a:t>
            </a:r>
            <a:endParaRPr lang="es-ES" sz="1200" b="0" i="0" dirty="0">
              <a:solidFill>
                <a:srgbClr val="222222"/>
              </a:solidFill>
              <a:effectLst/>
              <a:latin typeface="Segoe UI" panose="020B0502040204020203" pitchFamily="34" charset="0"/>
            </a:endParaRPr>
          </a:p>
        </p:txBody>
      </p:sp>
      <p:pic>
        <p:nvPicPr>
          <p:cNvPr id="6" name="Imagen 5" descr="Interfaz de usuario gráfica, Texto, Aplicación, Correo electrónico&#10;&#10;Descripción generada automáticamente">
            <a:extLst>
              <a:ext uri="{FF2B5EF4-FFF2-40B4-BE49-F238E27FC236}">
                <a16:creationId xmlns:a16="http://schemas.microsoft.com/office/drawing/2014/main" id="{5F0CA196-62C0-4CCD-94F3-ECB90E0B15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5616" y="2212416"/>
            <a:ext cx="7992888" cy="4600960"/>
          </a:xfrm>
          <a:prstGeom prst="rect">
            <a:avLst/>
          </a:prstGeom>
        </p:spPr>
      </p:pic>
    </p:spTree>
    <p:extLst>
      <p:ext uri="{BB962C8B-B14F-4D97-AF65-F5344CB8AC3E}">
        <p14:creationId xmlns:p14="http://schemas.microsoft.com/office/powerpoint/2010/main" val="9972472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11323</TotalTime>
  <Words>155</Words>
  <Application>Microsoft Office PowerPoint</Application>
  <PresentationFormat>Presentación en pantalla (4:3)</PresentationFormat>
  <Paragraphs>5</Paragraphs>
  <Slides>3</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vt:i4>
      </vt:variant>
    </vt:vector>
  </HeadingPairs>
  <TitlesOfParts>
    <vt:vector size="8" baseType="lpstr">
      <vt:lpstr>Arial</vt:lpstr>
      <vt:lpstr>Calibri</vt:lpstr>
      <vt:lpstr>Century Gothic</vt:lpstr>
      <vt:lpstr>Segoe UI</vt:lpstr>
      <vt:lpstr>Office Theme</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AX DE LA ROSA</dc:creator>
  <cp:lastModifiedBy>Francisco Esteban</cp:lastModifiedBy>
  <cp:revision>255</cp:revision>
  <dcterms:created xsi:type="dcterms:W3CDTF">2019-09-04T16:36:39Z</dcterms:created>
  <dcterms:modified xsi:type="dcterms:W3CDTF">2021-06-07T13:59:48Z</dcterms:modified>
</cp:coreProperties>
</file>